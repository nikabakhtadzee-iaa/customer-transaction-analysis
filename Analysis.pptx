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35442" y="2893665"/>
            <a:ext cx="89211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Exploratory Analaysis of Customer Purchase History 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847850" y="3659385"/>
            <a:ext cx="849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23950"/>
            <a:ext cx="110490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0" y="4795837"/>
            <a:ext cx="60198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Channel Monitoring Exposure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3324225" y="4957762"/>
            <a:ext cx="5543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Unmonitored channels represent 38.5% of total settlement volume.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324225" y="5238750"/>
            <a:ext cx="55435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Cash and gift cards require heightened regulatory compliance oversight.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23950"/>
            <a:ext cx="110490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3187" y="4186237"/>
            <a:ext cx="6905625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Category Settlement Volumes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2881312" y="4348162"/>
            <a:ext cx="6429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Electronics dominates overall volume, accounting for over $1.93 million.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881312" y="4629150"/>
            <a:ext cx="6429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Automated product reclassification ensures accurate regulatory category reporting.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23950"/>
            <a:ext cx="110490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3919537"/>
            <a:ext cx="65532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Dispute Exposure Analysis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057525" y="4081462"/>
            <a:ext cx="60769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Dispute exposure accounts for $657K across low-rated customer transactions.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3057525" y="4362450"/>
            <a:ext cx="60769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Automated flags isolate high-risk settlement records for audit review.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23950"/>
            <a:ext cx="110490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0362" y="4186237"/>
            <a:ext cx="6391275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Annual Transaction Counts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3138487" y="4348162"/>
            <a:ext cx="59150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Annual transaction volume peaked in 2024 with 733 processed transactions.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3138487" y="4629150"/>
            <a:ext cx="59150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Partial year 2025 tracks on pace with historical annual averages.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23950"/>
            <a:ext cx="110490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8425" y="4186237"/>
            <a:ext cx="69151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Annual Settlement Volumes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2876550" y="4348162"/>
            <a:ext cx="64389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Settlement values reached $1.32M in 2024, showing steady year-over-year growth.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2876550" y="4629150"/>
            <a:ext cx="64389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Run-rate performance through mid-2025 demonstrates stable processing capacity.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